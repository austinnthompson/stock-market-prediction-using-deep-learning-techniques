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66" r:id="rId4"/>
    <p:sldId id="264" r:id="rId5"/>
    <p:sldId id="258" r:id="rId6"/>
    <p:sldId id="259" r:id="rId7"/>
    <p:sldId id="260" r:id="rId8"/>
    <p:sldId id="265"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99E822-39B8-4981-B33B-1B568C43A9F1}" v="16" dt="2025-12-08T22:39:03.2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33" d="100"/>
          <a:sy n="33" d="100"/>
        </p:scale>
        <p:origin x="68" y="1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stin thompson" userId="a20fb081c0ece5fa" providerId="LiveId" clId="{D5CAFF97-6EF4-45A5-AB9F-A64503819451}"/>
    <pc:docChg chg="undo custSel addSld delSld modSld sldOrd">
      <pc:chgData name="austin thompson" userId="a20fb081c0ece5fa" providerId="LiveId" clId="{D5CAFF97-6EF4-45A5-AB9F-A64503819451}" dt="2025-12-09T22:39:35.838" v="1576" actId="1036"/>
      <pc:docMkLst>
        <pc:docMk/>
      </pc:docMkLst>
      <pc:sldChg chg="modSp mod">
        <pc:chgData name="austin thompson" userId="a20fb081c0ece5fa" providerId="LiveId" clId="{D5CAFF97-6EF4-45A5-AB9F-A64503819451}" dt="2025-12-05T23:53:45.794" v="560" actId="1035"/>
        <pc:sldMkLst>
          <pc:docMk/>
          <pc:sldMk cId="3363949003" sldId="256"/>
        </pc:sldMkLst>
        <pc:spChg chg="mod">
          <ac:chgData name="austin thompson" userId="a20fb081c0ece5fa" providerId="LiveId" clId="{D5CAFF97-6EF4-45A5-AB9F-A64503819451}" dt="2025-12-05T23:53:31.039" v="510" actId="207"/>
          <ac:spMkLst>
            <pc:docMk/>
            <pc:sldMk cId="3363949003" sldId="256"/>
            <ac:spMk id="2" creationId="{3D9F839B-B078-C388-186F-537B9960CA40}"/>
          </ac:spMkLst>
        </pc:spChg>
        <pc:spChg chg="mod">
          <ac:chgData name="austin thompson" userId="a20fb081c0ece5fa" providerId="LiveId" clId="{D5CAFF97-6EF4-45A5-AB9F-A64503819451}" dt="2025-12-05T23:53:45.794" v="560" actId="1035"/>
          <ac:spMkLst>
            <pc:docMk/>
            <pc:sldMk cId="3363949003" sldId="256"/>
            <ac:spMk id="3" creationId="{707C6D5D-D5E1-48B1-19FC-E9AC274FB992}"/>
          </ac:spMkLst>
        </pc:spChg>
        <pc:picChg chg="mod ord">
          <ac:chgData name="austin thompson" userId="a20fb081c0ece5fa" providerId="LiveId" clId="{D5CAFF97-6EF4-45A5-AB9F-A64503819451}" dt="2025-12-05T23:53:24.766" v="509" actId="14100"/>
          <ac:picMkLst>
            <pc:docMk/>
            <pc:sldMk cId="3363949003" sldId="256"/>
            <ac:picMk id="6" creationId="{F063D457-29F7-259E-3769-812DA545C280}"/>
          </ac:picMkLst>
        </pc:picChg>
      </pc:sldChg>
      <pc:sldChg chg="modSp mod">
        <pc:chgData name="austin thompson" userId="a20fb081c0ece5fa" providerId="LiveId" clId="{D5CAFF97-6EF4-45A5-AB9F-A64503819451}" dt="2025-12-09T00:34:23.237" v="1557" actId="13926"/>
        <pc:sldMkLst>
          <pc:docMk/>
          <pc:sldMk cId="2298961703" sldId="257"/>
        </pc:sldMkLst>
        <pc:spChg chg="mod">
          <ac:chgData name="austin thompson" userId="a20fb081c0ece5fa" providerId="LiveId" clId="{D5CAFF97-6EF4-45A5-AB9F-A64503819451}" dt="2025-12-05T23:59:23.526" v="608" actId="113"/>
          <ac:spMkLst>
            <pc:docMk/>
            <pc:sldMk cId="2298961703" sldId="257"/>
            <ac:spMk id="2" creationId="{10D0C7E4-E1D5-5281-62B4-F7C4E7E74B28}"/>
          </ac:spMkLst>
        </pc:spChg>
        <pc:spChg chg="mod">
          <ac:chgData name="austin thompson" userId="a20fb081c0ece5fa" providerId="LiveId" clId="{D5CAFF97-6EF4-45A5-AB9F-A64503819451}" dt="2025-12-09T00:34:23.237" v="1557" actId="13926"/>
          <ac:spMkLst>
            <pc:docMk/>
            <pc:sldMk cId="2298961703" sldId="257"/>
            <ac:spMk id="3" creationId="{1EB5DFE7-14F3-25F0-D728-0BA68DBD865D}"/>
          </ac:spMkLst>
        </pc:spChg>
      </pc:sldChg>
      <pc:sldChg chg="modSp mod">
        <pc:chgData name="austin thompson" userId="a20fb081c0ece5fa" providerId="LiveId" clId="{D5CAFF97-6EF4-45A5-AB9F-A64503819451}" dt="2025-12-08T23:54:31.461" v="1522" actId="20577"/>
        <pc:sldMkLst>
          <pc:docMk/>
          <pc:sldMk cId="3013164424" sldId="258"/>
        </pc:sldMkLst>
        <pc:spChg chg="mod">
          <ac:chgData name="austin thompson" userId="a20fb081c0ece5fa" providerId="LiveId" clId="{D5CAFF97-6EF4-45A5-AB9F-A64503819451}" dt="2025-12-05T23:59:20.354" v="607" actId="113"/>
          <ac:spMkLst>
            <pc:docMk/>
            <pc:sldMk cId="3013164424" sldId="258"/>
            <ac:spMk id="2" creationId="{E16FB600-2AA4-ACE7-8FE3-F62099A3277B}"/>
          </ac:spMkLst>
        </pc:spChg>
        <pc:spChg chg="mod">
          <ac:chgData name="austin thompson" userId="a20fb081c0ece5fa" providerId="LiveId" clId="{D5CAFF97-6EF4-45A5-AB9F-A64503819451}" dt="2025-12-08T23:54:31.461" v="1522" actId="20577"/>
          <ac:spMkLst>
            <pc:docMk/>
            <pc:sldMk cId="3013164424" sldId="258"/>
            <ac:spMk id="3" creationId="{EA34F87F-8F9F-3849-F736-1EBFCC134A1B}"/>
          </ac:spMkLst>
        </pc:spChg>
      </pc:sldChg>
      <pc:sldChg chg="addSp modSp mod">
        <pc:chgData name="austin thompson" userId="a20fb081c0ece5fa" providerId="LiveId" clId="{D5CAFF97-6EF4-45A5-AB9F-A64503819451}" dt="2025-12-05T23:59:17.272" v="606" actId="113"/>
        <pc:sldMkLst>
          <pc:docMk/>
          <pc:sldMk cId="2268908166" sldId="259"/>
        </pc:sldMkLst>
        <pc:spChg chg="mod">
          <ac:chgData name="austin thompson" userId="a20fb081c0ece5fa" providerId="LiveId" clId="{D5CAFF97-6EF4-45A5-AB9F-A64503819451}" dt="2025-12-05T23:59:17.272" v="606" actId="113"/>
          <ac:spMkLst>
            <pc:docMk/>
            <pc:sldMk cId="2268908166" sldId="259"/>
            <ac:spMk id="2" creationId="{B9A0BD37-C2D4-C2BB-5072-4B29CEEEB134}"/>
          </ac:spMkLst>
        </pc:spChg>
        <pc:spChg chg="add mod">
          <ac:chgData name="austin thompson" userId="a20fb081c0ece5fa" providerId="LiveId" clId="{D5CAFF97-6EF4-45A5-AB9F-A64503819451}" dt="2025-12-05T23:40:35.372" v="235" actId="20577"/>
          <ac:spMkLst>
            <pc:docMk/>
            <pc:sldMk cId="2268908166" sldId="259"/>
            <ac:spMk id="3" creationId="{74A4C29C-74B7-509A-4745-BBC2E1B7F39E}"/>
          </ac:spMkLst>
        </pc:spChg>
      </pc:sldChg>
      <pc:sldChg chg="addSp delSp modSp new mod modClrScheme chgLayout">
        <pc:chgData name="austin thompson" userId="a20fb081c0ece5fa" providerId="LiveId" clId="{D5CAFF97-6EF4-45A5-AB9F-A64503819451}" dt="2025-12-08T22:41:09.340" v="1496" actId="20577"/>
        <pc:sldMkLst>
          <pc:docMk/>
          <pc:sldMk cId="3747303674" sldId="260"/>
        </pc:sldMkLst>
        <pc:spChg chg="mod ord">
          <ac:chgData name="austin thompson" userId="a20fb081c0ece5fa" providerId="LiveId" clId="{D5CAFF97-6EF4-45A5-AB9F-A64503819451}" dt="2025-12-08T22:19:48.571" v="911" actId="700"/>
          <ac:spMkLst>
            <pc:docMk/>
            <pc:sldMk cId="3747303674" sldId="260"/>
            <ac:spMk id="2" creationId="{99CD1E9D-539E-7E45-9D8F-EE72FAB7FF48}"/>
          </ac:spMkLst>
        </pc:spChg>
        <pc:spChg chg="add del mod ord">
          <ac:chgData name="austin thompson" userId="a20fb081c0ece5fa" providerId="LiveId" clId="{D5CAFF97-6EF4-45A5-AB9F-A64503819451}" dt="2025-12-08T22:41:09.340" v="1496" actId="20577"/>
          <ac:spMkLst>
            <pc:docMk/>
            <pc:sldMk cId="3747303674" sldId="260"/>
            <ac:spMk id="3" creationId="{1703D36D-C774-4885-6603-63F0506E140D}"/>
          </ac:spMkLst>
        </pc:spChg>
        <pc:spChg chg="add del mod ord">
          <ac:chgData name="austin thompson" userId="a20fb081c0ece5fa" providerId="LiveId" clId="{D5CAFF97-6EF4-45A5-AB9F-A64503819451}" dt="2025-12-08T22:19:54.648" v="914" actId="478"/>
          <ac:spMkLst>
            <pc:docMk/>
            <pc:sldMk cId="3747303674" sldId="260"/>
            <ac:spMk id="4" creationId="{D444F481-8891-710F-6857-C1F11D764761}"/>
          </ac:spMkLst>
        </pc:spChg>
        <pc:spChg chg="add mod">
          <ac:chgData name="austin thompson" userId="a20fb081c0ece5fa" providerId="LiveId" clId="{D5CAFF97-6EF4-45A5-AB9F-A64503819451}" dt="2025-12-08T22:36:39.139" v="1247" actId="14100"/>
          <ac:spMkLst>
            <pc:docMk/>
            <pc:sldMk cId="3747303674" sldId="260"/>
            <ac:spMk id="5" creationId="{02E9D361-004D-B2AC-1299-C2D3C7007F59}"/>
          </ac:spMkLst>
        </pc:spChg>
        <pc:spChg chg="add mod">
          <ac:chgData name="austin thompson" userId="a20fb081c0ece5fa" providerId="LiveId" clId="{D5CAFF97-6EF4-45A5-AB9F-A64503819451}" dt="2025-12-08T22:39:17.692" v="1318" actId="14100"/>
          <ac:spMkLst>
            <pc:docMk/>
            <pc:sldMk cId="3747303674" sldId="260"/>
            <ac:spMk id="6" creationId="{86314342-2B3C-E30C-C7AD-84BA7611B5D2}"/>
          </ac:spMkLst>
        </pc:spChg>
        <pc:spChg chg="add mod">
          <ac:chgData name="austin thompson" userId="a20fb081c0ece5fa" providerId="LiveId" clId="{D5CAFF97-6EF4-45A5-AB9F-A64503819451}" dt="2025-12-08T22:39:21.488" v="1329" actId="1035"/>
          <ac:spMkLst>
            <pc:docMk/>
            <pc:sldMk cId="3747303674" sldId="260"/>
            <ac:spMk id="7" creationId="{9C41D3FC-F9F3-B385-1D1A-A84B4ADEBD9E}"/>
          </ac:spMkLst>
        </pc:spChg>
        <pc:spChg chg="add mod">
          <ac:chgData name="austin thompson" userId="a20fb081c0ece5fa" providerId="LiveId" clId="{D5CAFF97-6EF4-45A5-AB9F-A64503819451}" dt="2025-12-08T22:39:28.634" v="1340" actId="14100"/>
          <ac:spMkLst>
            <pc:docMk/>
            <pc:sldMk cId="3747303674" sldId="260"/>
            <ac:spMk id="8" creationId="{8BC1824F-0F8E-707F-3659-AC7F8EA852A2}"/>
          </ac:spMkLst>
        </pc:spChg>
        <pc:spChg chg="add mod">
          <ac:chgData name="austin thompson" userId="a20fb081c0ece5fa" providerId="LiveId" clId="{D5CAFF97-6EF4-45A5-AB9F-A64503819451}" dt="2025-12-08T22:39:33.196" v="1359" actId="1035"/>
          <ac:spMkLst>
            <pc:docMk/>
            <pc:sldMk cId="3747303674" sldId="260"/>
            <ac:spMk id="9" creationId="{AFA7829C-76BB-6284-0D6E-29671C83547C}"/>
          </ac:spMkLst>
        </pc:spChg>
        <pc:spChg chg="add mod">
          <ac:chgData name="austin thompson" userId="a20fb081c0ece5fa" providerId="LiveId" clId="{D5CAFF97-6EF4-45A5-AB9F-A64503819451}" dt="2025-12-08T22:39:39.876" v="1373" actId="14100"/>
          <ac:spMkLst>
            <pc:docMk/>
            <pc:sldMk cId="3747303674" sldId="260"/>
            <ac:spMk id="10" creationId="{11AE242A-28B8-01A6-59FA-1DBA4C27D629}"/>
          </ac:spMkLst>
        </pc:spChg>
        <pc:spChg chg="add mod">
          <ac:chgData name="austin thompson" userId="a20fb081c0ece5fa" providerId="LiveId" clId="{D5CAFF97-6EF4-45A5-AB9F-A64503819451}" dt="2025-12-08T22:40:26.998" v="1460" actId="20577"/>
          <ac:spMkLst>
            <pc:docMk/>
            <pc:sldMk cId="3747303674" sldId="260"/>
            <ac:spMk id="11" creationId="{83C23DA2-9CEC-62DC-9988-7D635D30A044}"/>
          </ac:spMkLst>
        </pc:spChg>
      </pc:sldChg>
      <pc:sldChg chg="modSp new mod ord modShow">
        <pc:chgData name="austin thompson" userId="a20fb081c0ece5fa" providerId="LiveId" clId="{D5CAFF97-6EF4-45A5-AB9F-A64503819451}" dt="2025-12-08T22:20:36.342" v="917" actId="729"/>
        <pc:sldMkLst>
          <pc:docMk/>
          <pc:sldMk cId="3396592700" sldId="262"/>
        </pc:sldMkLst>
        <pc:spChg chg="mod">
          <ac:chgData name="austin thompson" userId="a20fb081c0ece5fa" providerId="LiveId" clId="{D5CAFF97-6EF4-45A5-AB9F-A64503819451}" dt="2025-12-05T23:59:40.896" v="609" actId="113"/>
          <ac:spMkLst>
            <pc:docMk/>
            <pc:sldMk cId="3396592700" sldId="262"/>
            <ac:spMk id="2" creationId="{25DF317F-D737-E218-7F7F-51A59850856F}"/>
          </ac:spMkLst>
        </pc:spChg>
        <pc:spChg chg="mod">
          <ac:chgData name="austin thompson" userId="a20fb081c0ece5fa" providerId="LiveId" clId="{D5CAFF97-6EF4-45A5-AB9F-A64503819451}" dt="2025-12-06T00:02:19.150" v="746" actId="113"/>
          <ac:spMkLst>
            <pc:docMk/>
            <pc:sldMk cId="3396592700" sldId="262"/>
            <ac:spMk id="3" creationId="{0FE84747-DD32-676D-FBB3-7C3789F95873}"/>
          </ac:spMkLst>
        </pc:spChg>
      </pc:sldChg>
      <pc:sldChg chg="addSp delSp modSp new mod">
        <pc:chgData name="austin thompson" userId="a20fb081c0ece5fa" providerId="LiveId" clId="{D5CAFF97-6EF4-45A5-AB9F-A64503819451}" dt="2025-12-09T22:39:35.838" v="1576" actId="1036"/>
        <pc:sldMkLst>
          <pc:docMk/>
          <pc:sldMk cId="1082975924" sldId="264"/>
        </pc:sldMkLst>
        <pc:spChg chg="mod">
          <ac:chgData name="austin thompson" userId="a20fb081c0ece5fa" providerId="LiveId" clId="{D5CAFF97-6EF4-45A5-AB9F-A64503819451}" dt="2025-12-06T00:05:33.551" v="788" actId="33524"/>
          <ac:spMkLst>
            <pc:docMk/>
            <pc:sldMk cId="1082975924" sldId="264"/>
            <ac:spMk id="2" creationId="{6530779D-D270-AEA4-AFC8-D3BE91EE847F}"/>
          </ac:spMkLst>
        </pc:spChg>
        <pc:spChg chg="add del mod">
          <ac:chgData name="austin thompson" userId="a20fb081c0ece5fa" providerId="LiveId" clId="{D5CAFF97-6EF4-45A5-AB9F-A64503819451}" dt="2025-12-09T00:35:22.418" v="1560" actId="478"/>
          <ac:spMkLst>
            <pc:docMk/>
            <pc:sldMk cId="1082975924" sldId="264"/>
            <ac:spMk id="4" creationId="{41DBF920-9B06-8F5D-DC91-937537F39050}"/>
          </ac:spMkLst>
        </pc:spChg>
        <pc:spChg chg="add mod">
          <ac:chgData name="austin thompson" userId="a20fb081c0ece5fa" providerId="LiveId" clId="{D5CAFF97-6EF4-45A5-AB9F-A64503819451}" dt="2025-12-09T00:34:09.208" v="1550" actId="20577"/>
          <ac:spMkLst>
            <pc:docMk/>
            <pc:sldMk cId="1082975924" sldId="264"/>
            <ac:spMk id="6" creationId="{1D762014-07FA-BD63-CDA5-F5222554A749}"/>
          </ac:spMkLst>
        </pc:spChg>
        <pc:picChg chg="add mod">
          <ac:chgData name="austin thompson" userId="a20fb081c0ece5fa" providerId="LiveId" clId="{D5CAFF97-6EF4-45A5-AB9F-A64503819451}" dt="2025-12-09T22:39:35.838" v="1576" actId="1036"/>
          <ac:picMkLst>
            <pc:docMk/>
            <pc:sldMk cId="1082975924" sldId="264"/>
            <ac:picMk id="4" creationId="{5D7F9958-29A7-64AC-DE4E-F589BFFD4EE7}"/>
          </ac:picMkLst>
        </pc:picChg>
        <pc:picChg chg="add del mod ord">
          <ac:chgData name="austin thompson" userId="a20fb081c0ece5fa" providerId="LiveId" clId="{D5CAFF97-6EF4-45A5-AB9F-A64503819451}" dt="2025-12-08T23:54:21.067" v="1519" actId="478"/>
          <ac:picMkLst>
            <pc:docMk/>
            <pc:sldMk cId="1082975924" sldId="264"/>
            <ac:picMk id="5" creationId="{A7CCFA70-D87C-8DF0-9B65-9E38624609B8}"/>
          </ac:picMkLst>
        </pc:picChg>
        <pc:picChg chg="add del mod">
          <ac:chgData name="austin thompson" userId="a20fb081c0ece5fa" providerId="LiveId" clId="{D5CAFF97-6EF4-45A5-AB9F-A64503819451}" dt="2025-12-08T23:54:19.774" v="1518" actId="478"/>
          <ac:picMkLst>
            <pc:docMk/>
            <pc:sldMk cId="1082975924" sldId="264"/>
            <ac:picMk id="8" creationId="{3776E926-3A92-5C4F-B30A-094CDD5170DC}"/>
          </ac:picMkLst>
        </pc:picChg>
        <pc:picChg chg="add mod">
          <ac:chgData name="austin thompson" userId="a20fb081c0ece5fa" providerId="LiveId" clId="{D5CAFF97-6EF4-45A5-AB9F-A64503819451}" dt="2025-12-09T00:35:30.606" v="1563" actId="14100"/>
          <ac:picMkLst>
            <pc:docMk/>
            <pc:sldMk cId="1082975924" sldId="264"/>
            <ac:picMk id="9" creationId="{41215887-1520-543B-0088-B6353A79574E}"/>
          </ac:picMkLst>
        </pc:picChg>
        <pc:picChg chg="add del mod">
          <ac:chgData name="austin thompson" userId="a20fb081c0ece5fa" providerId="LiveId" clId="{D5CAFF97-6EF4-45A5-AB9F-A64503819451}" dt="2025-12-09T22:39:02.497" v="1568" actId="478"/>
          <ac:picMkLst>
            <pc:docMk/>
            <pc:sldMk cId="1082975924" sldId="264"/>
            <ac:picMk id="11" creationId="{43283E29-F2B0-EF89-5A43-97FFEC0277A9}"/>
          </ac:picMkLst>
        </pc:picChg>
      </pc:sldChg>
      <pc:sldChg chg="addSp delSp modSp new mod modClrScheme chgLayout">
        <pc:chgData name="austin thompson" userId="a20fb081c0ece5fa" providerId="LiveId" clId="{D5CAFF97-6EF4-45A5-AB9F-A64503819451}" dt="2025-12-05T23:42:40.605" v="431" actId="20577"/>
        <pc:sldMkLst>
          <pc:docMk/>
          <pc:sldMk cId="2207426594" sldId="265"/>
        </pc:sldMkLst>
        <pc:spChg chg="add mod ord">
          <ac:chgData name="austin thompson" userId="a20fb081c0ece5fa" providerId="LiveId" clId="{D5CAFF97-6EF4-45A5-AB9F-A64503819451}" dt="2025-12-05T23:42:40.605" v="431" actId="20577"/>
          <ac:spMkLst>
            <pc:docMk/>
            <pc:sldMk cId="2207426594" sldId="265"/>
            <ac:spMk id="4" creationId="{FE5A9939-5A74-6413-12E6-5F186F2F19C9}"/>
          </ac:spMkLst>
        </pc:spChg>
        <pc:spChg chg="add mod ord">
          <ac:chgData name="austin thompson" userId="a20fb081c0ece5fa" providerId="LiveId" clId="{D5CAFF97-6EF4-45A5-AB9F-A64503819451}" dt="2025-12-05T23:42:37.447" v="422" actId="700"/>
          <ac:spMkLst>
            <pc:docMk/>
            <pc:sldMk cId="2207426594" sldId="265"/>
            <ac:spMk id="5" creationId="{BA02DD18-C175-74C1-031B-53172CCC0F45}"/>
          </ac:spMkLst>
        </pc:spChg>
      </pc:sldChg>
      <pc:sldChg chg="modSp new mod ord">
        <pc:chgData name="austin thompson" userId="a20fb081c0ece5fa" providerId="LiveId" clId="{D5CAFF97-6EF4-45A5-AB9F-A64503819451}" dt="2025-12-06T00:08:56.833" v="859"/>
        <pc:sldMkLst>
          <pc:docMk/>
          <pc:sldMk cId="290917593" sldId="266"/>
        </pc:sldMkLst>
        <pc:spChg chg="mod">
          <ac:chgData name="austin thompson" userId="a20fb081c0ece5fa" providerId="LiveId" clId="{D5CAFF97-6EF4-45A5-AB9F-A64503819451}" dt="2025-12-06T00:07:10.166" v="800" actId="20577"/>
          <ac:spMkLst>
            <pc:docMk/>
            <pc:sldMk cId="290917593" sldId="266"/>
            <ac:spMk id="2" creationId="{E06BF070-875A-ADC9-D498-260B70FE19D0}"/>
          </ac:spMkLst>
        </pc:spChg>
        <pc:spChg chg="mod">
          <ac:chgData name="austin thompson" userId="a20fb081c0ece5fa" providerId="LiveId" clId="{D5CAFF97-6EF4-45A5-AB9F-A64503819451}" dt="2025-12-06T00:08:42.744" v="857" actId="20577"/>
          <ac:spMkLst>
            <pc:docMk/>
            <pc:sldMk cId="290917593" sldId="266"/>
            <ac:spMk id="3" creationId="{C4C59310-84B2-3C20-728E-9EAC1A025E5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0A4722-4F25-4786-B062-847098574ECD}" type="datetimeFigureOut">
              <a:rPr lang="en-US" smtClean="0"/>
              <a:t>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CEDD7B-0975-487F-8FBE-608E49EAA8B1}" type="slidenum">
              <a:rPr lang="en-US" smtClean="0"/>
              <a:t>‹#›</a:t>
            </a:fld>
            <a:endParaRPr lang="en-US"/>
          </a:p>
        </p:txBody>
      </p:sp>
    </p:spTree>
    <p:extLst>
      <p:ext uri="{BB962C8B-B14F-4D97-AF65-F5344CB8AC3E}">
        <p14:creationId xmlns:p14="http://schemas.microsoft.com/office/powerpoint/2010/main" val="4627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from Google Gemin via </a:t>
            </a:r>
            <a:r>
              <a:rPr lang="en-US" dirty="0" err="1"/>
              <a:t>nanabanna</a:t>
            </a:r>
            <a:r>
              <a:rPr lang="en-US" dirty="0"/>
              <a:t>.</a:t>
            </a:r>
          </a:p>
        </p:txBody>
      </p:sp>
      <p:sp>
        <p:nvSpPr>
          <p:cNvPr id="4" name="Slide Number Placeholder 3"/>
          <p:cNvSpPr>
            <a:spLocks noGrp="1"/>
          </p:cNvSpPr>
          <p:nvPr>
            <p:ph type="sldNum" sz="quarter" idx="5"/>
          </p:nvPr>
        </p:nvSpPr>
        <p:spPr/>
        <p:txBody>
          <a:bodyPr/>
          <a:lstStyle/>
          <a:p>
            <a:fld id="{5FCEDD7B-0975-487F-8FBE-608E49EAA8B1}" type="slidenum">
              <a:rPr lang="en-US" smtClean="0"/>
              <a:t>1</a:t>
            </a:fld>
            <a:endParaRPr lang="en-US"/>
          </a:p>
        </p:txBody>
      </p:sp>
    </p:spTree>
    <p:extLst>
      <p:ext uri="{BB962C8B-B14F-4D97-AF65-F5344CB8AC3E}">
        <p14:creationId xmlns:p14="http://schemas.microsoft.com/office/powerpoint/2010/main" val="4251350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22E0E-6528-DF5F-8CBA-08BEB2121F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EB5733-4DA2-D686-9262-37BF96D02B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0ABC53-B48A-F4B6-43EB-3D57FE600A24}"/>
              </a:ext>
            </a:extLst>
          </p:cNvPr>
          <p:cNvSpPr>
            <a:spLocks noGrp="1"/>
          </p:cNvSpPr>
          <p:nvPr>
            <p:ph type="dt" sz="half" idx="10"/>
          </p:nvPr>
        </p:nvSpPr>
        <p:spPr/>
        <p:txBody>
          <a:bodyPr/>
          <a:lstStyle/>
          <a:p>
            <a:fld id="{C6A08032-AC47-4A37-BE6A-3DF2524E6F2A}" type="datetimeFigureOut">
              <a:rPr lang="en-US" smtClean="0"/>
              <a:t>12/9/2025</a:t>
            </a:fld>
            <a:endParaRPr lang="en-US"/>
          </a:p>
        </p:txBody>
      </p:sp>
      <p:sp>
        <p:nvSpPr>
          <p:cNvPr id="5" name="Footer Placeholder 4">
            <a:extLst>
              <a:ext uri="{FF2B5EF4-FFF2-40B4-BE49-F238E27FC236}">
                <a16:creationId xmlns:a16="http://schemas.microsoft.com/office/drawing/2014/main" id="{702923DB-F009-FA37-5B42-C4C3D724D1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8A56F9-8F5A-C12A-3A03-9244F209C70A}"/>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1273094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279B3-FCEF-BC4A-483E-EB70F23852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579B0A-4341-6DE3-1F08-A0C2C982A4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D95ABE-C0EC-B645-44DF-5CF59CEFC723}"/>
              </a:ext>
            </a:extLst>
          </p:cNvPr>
          <p:cNvSpPr>
            <a:spLocks noGrp="1"/>
          </p:cNvSpPr>
          <p:nvPr>
            <p:ph type="dt" sz="half" idx="10"/>
          </p:nvPr>
        </p:nvSpPr>
        <p:spPr/>
        <p:txBody>
          <a:bodyPr/>
          <a:lstStyle/>
          <a:p>
            <a:fld id="{C6A08032-AC47-4A37-BE6A-3DF2524E6F2A}" type="datetimeFigureOut">
              <a:rPr lang="en-US" smtClean="0"/>
              <a:t>12/9/2025</a:t>
            </a:fld>
            <a:endParaRPr lang="en-US"/>
          </a:p>
        </p:txBody>
      </p:sp>
      <p:sp>
        <p:nvSpPr>
          <p:cNvPr id="5" name="Footer Placeholder 4">
            <a:extLst>
              <a:ext uri="{FF2B5EF4-FFF2-40B4-BE49-F238E27FC236}">
                <a16:creationId xmlns:a16="http://schemas.microsoft.com/office/drawing/2014/main" id="{AE802E9F-7727-C451-7B20-7A4383A241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7DC64E-6812-0128-6E07-228A329D1230}"/>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1924358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9C0CD-6B08-C302-1E82-DEE15789E6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CEDCB2-D722-7F0B-985A-F602B16569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1AAB1F-9561-CB37-79D8-0EF43F883327}"/>
              </a:ext>
            </a:extLst>
          </p:cNvPr>
          <p:cNvSpPr>
            <a:spLocks noGrp="1"/>
          </p:cNvSpPr>
          <p:nvPr>
            <p:ph type="dt" sz="half" idx="10"/>
          </p:nvPr>
        </p:nvSpPr>
        <p:spPr/>
        <p:txBody>
          <a:bodyPr/>
          <a:lstStyle/>
          <a:p>
            <a:fld id="{C6A08032-AC47-4A37-BE6A-3DF2524E6F2A}" type="datetimeFigureOut">
              <a:rPr lang="en-US" smtClean="0"/>
              <a:t>12/9/2025</a:t>
            </a:fld>
            <a:endParaRPr lang="en-US"/>
          </a:p>
        </p:txBody>
      </p:sp>
      <p:sp>
        <p:nvSpPr>
          <p:cNvPr id="5" name="Footer Placeholder 4">
            <a:extLst>
              <a:ext uri="{FF2B5EF4-FFF2-40B4-BE49-F238E27FC236}">
                <a16:creationId xmlns:a16="http://schemas.microsoft.com/office/drawing/2014/main" id="{CC2CC5BC-0568-2FE7-EDA8-222351673A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00A8A1-B491-856C-7B07-5232CBC1C188}"/>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3954456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72D49-AAD8-95F4-1355-19FE070C73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68980D-7B75-5771-97D1-5E72226460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BF9C8B2-6444-F02C-AB6F-CCB9D9B08A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004847-F44B-B1C3-0746-DE4DB3424053}"/>
              </a:ext>
            </a:extLst>
          </p:cNvPr>
          <p:cNvSpPr>
            <a:spLocks noGrp="1"/>
          </p:cNvSpPr>
          <p:nvPr>
            <p:ph type="dt" sz="half" idx="10"/>
          </p:nvPr>
        </p:nvSpPr>
        <p:spPr/>
        <p:txBody>
          <a:bodyPr/>
          <a:lstStyle/>
          <a:p>
            <a:fld id="{C6A08032-AC47-4A37-BE6A-3DF2524E6F2A}" type="datetimeFigureOut">
              <a:rPr lang="en-US" smtClean="0"/>
              <a:t>12/9/2025</a:t>
            </a:fld>
            <a:endParaRPr lang="en-US"/>
          </a:p>
        </p:txBody>
      </p:sp>
      <p:sp>
        <p:nvSpPr>
          <p:cNvPr id="6" name="Footer Placeholder 5">
            <a:extLst>
              <a:ext uri="{FF2B5EF4-FFF2-40B4-BE49-F238E27FC236}">
                <a16:creationId xmlns:a16="http://schemas.microsoft.com/office/drawing/2014/main" id="{7D193716-F53B-0537-A993-581CAF3C7D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CDCA62-1201-FF65-915D-D88459B4D81D}"/>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2218951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B321F-EDC2-1D99-FF44-BF88747A64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E72CF84-1821-8E0D-12D1-6F619CFF0F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A81E9A-0957-343B-6B8B-FD0DBDB554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F8BD1E-C0B1-5874-84C3-A5E1EAA9A9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B2856B-D590-5B98-7F45-F3972BCFE8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26E69C2-FBD7-3624-C87F-51C82A1E7A94}"/>
              </a:ext>
            </a:extLst>
          </p:cNvPr>
          <p:cNvSpPr>
            <a:spLocks noGrp="1"/>
          </p:cNvSpPr>
          <p:nvPr>
            <p:ph type="dt" sz="half" idx="10"/>
          </p:nvPr>
        </p:nvSpPr>
        <p:spPr/>
        <p:txBody>
          <a:bodyPr/>
          <a:lstStyle/>
          <a:p>
            <a:fld id="{C6A08032-AC47-4A37-BE6A-3DF2524E6F2A}" type="datetimeFigureOut">
              <a:rPr lang="en-US" smtClean="0"/>
              <a:t>12/9/2025</a:t>
            </a:fld>
            <a:endParaRPr lang="en-US"/>
          </a:p>
        </p:txBody>
      </p:sp>
      <p:sp>
        <p:nvSpPr>
          <p:cNvPr id="8" name="Footer Placeholder 7">
            <a:extLst>
              <a:ext uri="{FF2B5EF4-FFF2-40B4-BE49-F238E27FC236}">
                <a16:creationId xmlns:a16="http://schemas.microsoft.com/office/drawing/2014/main" id="{C86F4BE3-1013-A6FE-B874-CB81D58D4A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F068DA-CDDF-E9EB-12F0-FB265A1AABE8}"/>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1535742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0F7C3-AFAD-8742-A637-FF6937C839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C265ED-9ABA-5669-FE38-FFC5BCBC4671}"/>
              </a:ext>
            </a:extLst>
          </p:cNvPr>
          <p:cNvSpPr>
            <a:spLocks noGrp="1"/>
          </p:cNvSpPr>
          <p:nvPr>
            <p:ph type="dt" sz="half" idx="10"/>
          </p:nvPr>
        </p:nvSpPr>
        <p:spPr/>
        <p:txBody>
          <a:bodyPr/>
          <a:lstStyle/>
          <a:p>
            <a:fld id="{C6A08032-AC47-4A37-BE6A-3DF2524E6F2A}" type="datetimeFigureOut">
              <a:rPr lang="en-US" smtClean="0"/>
              <a:t>12/9/2025</a:t>
            </a:fld>
            <a:endParaRPr lang="en-US"/>
          </a:p>
        </p:txBody>
      </p:sp>
      <p:sp>
        <p:nvSpPr>
          <p:cNvPr id="4" name="Footer Placeholder 3">
            <a:extLst>
              <a:ext uri="{FF2B5EF4-FFF2-40B4-BE49-F238E27FC236}">
                <a16:creationId xmlns:a16="http://schemas.microsoft.com/office/drawing/2014/main" id="{F37545F9-3F49-34FA-5601-ED632A3E11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FBF4E4E-2A8A-0C1F-74A8-F8375963F14A}"/>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1169635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622065-2ED8-3E6C-620D-E298475B8718}"/>
              </a:ext>
            </a:extLst>
          </p:cNvPr>
          <p:cNvSpPr>
            <a:spLocks noGrp="1"/>
          </p:cNvSpPr>
          <p:nvPr>
            <p:ph type="dt" sz="half" idx="10"/>
          </p:nvPr>
        </p:nvSpPr>
        <p:spPr/>
        <p:txBody>
          <a:bodyPr/>
          <a:lstStyle/>
          <a:p>
            <a:fld id="{C6A08032-AC47-4A37-BE6A-3DF2524E6F2A}" type="datetimeFigureOut">
              <a:rPr lang="en-US" smtClean="0"/>
              <a:t>12/9/2025</a:t>
            </a:fld>
            <a:endParaRPr lang="en-US"/>
          </a:p>
        </p:txBody>
      </p:sp>
      <p:sp>
        <p:nvSpPr>
          <p:cNvPr id="3" name="Footer Placeholder 2">
            <a:extLst>
              <a:ext uri="{FF2B5EF4-FFF2-40B4-BE49-F238E27FC236}">
                <a16:creationId xmlns:a16="http://schemas.microsoft.com/office/drawing/2014/main" id="{841255D5-44D3-FCF1-0BAF-9BC94B3F65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05A54E-CA71-03B4-1286-E2652433424F}"/>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3588955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8FCD3-B806-B73F-1D8D-0EC1C6F30C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5C41A6-94A2-DD57-ECD3-C83F386611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E936E2E-6F37-5A2D-187E-F4AD46688C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7B74FD-4232-2C37-F980-1B495C1941E1}"/>
              </a:ext>
            </a:extLst>
          </p:cNvPr>
          <p:cNvSpPr>
            <a:spLocks noGrp="1"/>
          </p:cNvSpPr>
          <p:nvPr>
            <p:ph type="dt" sz="half" idx="10"/>
          </p:nvPr>
        </p:nvSpPr>
        <p:spPr/>
        <p:txBody>
          <a:bodyPr/>
          <a:lstStyle/>
          <a:p>
            <a:fld id="{C6A08032-AC47-4A37-BE6A-3DF2524E6F2A}" type="datetimeFigureOut">
              <a:rPr lang="en-US" smtClean="0"/>
              <a:t>12/9/2025</a:t>
            </a:fld>
            <a:endParaRPr lang="en-US"/>
          </a:p>
        </p:txBody>
      </p:sp>
      <p:sp>
        <p:nvSpPr>
          <p:cNvPr id="6" name="Footer Placeholder 5">
            <a:extLst>
              <a:ext uri="{FF2B5EF4-FFF2-40B4-BE49-F238E27FC236}">
                <a16:creationId xmlns:a16="http://schemas.microsoft.com/office/drawing/2014/main" id="{14783318-0C57-C5C7-B65A-F18E5FFCB9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A83031-8D8F-D401-D6C9-5350CC3B07DB}"/>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1200638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86191-1D19-406A-1E98-81D0634263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D1405F-D022-5E68-1C8C-3BC92D47E0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07B88D-379C-CB94-E03B-8844C48D5D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AB721E-0F3C-C6FA-6815-8941F806B454}"/>
              </a:ext>
            </a:extLst>
          </p:cNvPr>
          <p:cNvSpPr>
            <a:spLocks noGrp="1"/>
          </p:cNvSpPr>
          <p:nvPr>
            <p:ph type="dt" sz="half" idx="10"/>
          </p:nvPr>
        </p:nvSpPr>
        <p:spPr/>
        <p:txBody>
          <a:bodyPr/>
          <a:lstStyle/>
          <a:p>
            <a:fld id="{C6A08032-AC47-4A37-BE6A-3DF2524E6F2A}" type="datetimeFigureOut">
              <a:rPr lang="en-US" smtClean="0"/>
              <a:t>12/9/2025</a:t>
            </a:fld>
            <a:endParaRPr lang="en-US"/>
          </a:p>
        </p:txBody>
      </p:sp>
      <p:sp>
        <p:nvSpPr>
          <p:cNvPr id="6" name="Footer Placeholder 5">
            <a:extLst>
              <a:ext uri="{FF2B5EF4-FFF2-40B4-BE49-F238E27FC236}">
                <a16:creationId xmlns:a16="http://schemas.microsoft.com/office/drawing/2014/main" id="{7CD17382-2D58-1F9A-1B91-A29D3B58B6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319A24-E64E-539E-3D74-3B0ACD8CFD72}"/>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1338079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88801-9290-EF1C-5076-9F2CC6773D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F64048F-D426-A22D-FC4E-67465A4559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737FCC-1AA4-2D05-4C4A-BD4A553A2AFC}"/>
              </a:ext>
            </a:extLst>
          </p:cNvPr>
          <p:cNvSpPr>
            <a:spLocks noGrp="1"/>
          </p:cNvSpPr>
          <p:nvPr>
            <p:ph type="dt" sz="half" idx="10"/>
          </p:nvPr>
        </p:nvSpPr>
        <p:spPr/>
        <p:txBody>
          <a:bodyPr/>
          <a:lstStyle/>
          <a:p>
            <a:fld id="{C6A08032-AC47-4A37-BE6A-3DF2524E6F2A}" type="datetimeFigureOut">
              <a:rPr lang="en-US" smtClean="0"/>
              <a:t>12/9/2025</a:t>
            </a:fld>
            <a:endParaRPr lang="en-US"/>
          </a:p>
        </p:txBody>
      </p:sp>
      <p:sp>
        <p:nvSpPr>
          <p:cNvPr id="5" name="Footer Placeholder 4">
            <a:extLst>
              <a:ext uri="{FF2B5EF4-FFF2-40B4-BE49-F238E27FC236}">
                <a16:creationId xmlns:a16="http://schemas.microsoft.com/office/drawing/2014/main" id="{F45049F1-B9F0-6D00-9832-FB9857DE48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8CA27F-E192-76CE-3FBC-0FA36A980621}"/>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2445455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80AA4E-F482-560C-196A-411CB429772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02EF4D-C01F-655C-80D5-9DC7592E09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9AF01F-729B-F8D0-C4B1-2B2C1F68C777}"/>
              </a:ext>
            </a:extLst>
          </p:cNvPr>
          <p:cNvSpPr>
            <a:spLocks noGrp="1"/>
          </p:cNvSpPr>
          <p:nvPr>
            <p:ph type="dt" sz="half" idx="10"/>
          </p:nvPr>
        </p:nvSpPr>
        <p:spPr/>
        <p:txBody>
          <a:bodyPr/>
          <a:lstStyle/>
          <a:p>
            <a:fld id="{C6A08032-AC47-4A37-BE6A-3DF2524E6F2A}" type="datetimeFigureOut">
              <a:rPr lang="en-US" smtClean="0"/>
              <a:t>12/9/2025</a:t>
            </a:fld>
            <a:endParaRPr lang="en-US"/>
          </a:p>
        </p:txBody>
      </p:sp>
      <p:sp>
        <p:nvSpPr>
          <p:cNvPr id="5" name="Footer Placeholder 4">
            <a:extLst>
              <a:ext uri="{FF2B5EF4-FFF2-40B4-BE49-F238E27FC236}">
                <a16:creationId xmlns:a16="http://schemas.microsoft.com/office/drawing/2014/main" id="{CCCCA5FA-9F37-14FB-2A68-B7254F4C15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FA70E2-0FB4-FDFC-6B43-32D2531FFEBF}"/>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892125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9B3944-D8C8-C6C1-BC2C-7C03C69F33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9B460A-03BC-1B94-7C9F-0DAB7992E2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EB961D-6B34-2247-A74C-CB7575E9A2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A08032-AC47-4A37-BE6A-3DF2524E6F2A}" type="datetimeFigureOut">
              <a:rPr lang="en-US" smtClean="0"/>
              <a:t>12/9/2025</a:t>
            </a:fld>
            <a:endParaRPr lang="en-US"/>
          </a:p>
        </p:txBody>
      </p:sp>
      <p:sp>
        <p:nvSpPr>
          <p:cNvPr id="5" name="Footer Placeholder 4">
            <a:extLst>
              <a:ext uri="{FF2B5EF4-FFF2-40B4-BE49-F238E27FC236}">
                <a16:creationId xmlns:a16="http://schemas.microsoft.com/office/drawing/2014/main" id="{F3E07EA3-D116-FDE0-FE03-968D7F83B6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2F82649-E3F9-36B2-F856-28C0AEC1E7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5BC5BF-2D8E-4F84-B411-65A77C809FF9}" type="slidenum">
              <a:rPr lang="en-US" smtClean="0"/>
              <a:t>‹#›</a:t>
            </a:fld>
            <a:endParaRPr lang="en-US"/>
          </a:p>
        </p:txBody>
      </p:sp>
    </p:spTree>
    <p:extLst>
      <p:ext uri="{BB962C8B-B14F-4D97-AF65-F5344CB8AC3E}">
        <p14:creationId xmlns:p14="http://schemas.microsoft.com/office/powerpoint/2010/main" val="13792491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geeksforgeeks.org/machine-learning/gated-recurrent-unit-networks/" TargetMode="Externa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s://www.geeksforgeeks.org/machine-learning/gated-recurrent-unit-network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063D457-29F7-259E-3769-812DA545C280}"/>
              </a:ext>
            </a:extLst>
          </p:cNvPr>
          <p:cNvPicPr>
            <a:picLocks noChangeAspect="1"/>
          </p:cNvPicPr>
          <p:nvPr/>
        </p:nvPicPr>
        <p:blipFill>
          <a:blip r:embed="rId3"/>
          <a:stretch>
            <a:fillRect/>
          </a:stretch>
        </p:blipFill>
        <p:spPr>
          <a:xfrm>
            <a:off x="1" y="1"/>
            <a:ext cx="12192000" cy="6872416"/>
          </a:xfrm>
          <a:prstGeom prst="rect">
            <a:avLst/>
          </a:prstGeom>
        </p:spPr>
      </p:pic>
      <p:sp>
        <p:nvSpPr>
          <p:cNvPr id="2" name="Title 1">
            <a:extLst>
              <a:ext uri="{FF2B5EF4-FFF2-40B4-BE49-F238E27FC236}">
                <a16:creationId xmlns:a16="http://schemas.microsoft.com/office/drawing/2014/main" id="{3D9F839B-B078-C388-186F-537B9960CA40}"/>
              </a:ext>
            </a:extLst>
          </p:cNvPr>
          <p:cNvSpPr>
            <a:spLocks noGrp="1"/>
          </p:cNvSpPr>
          <p:nvPr>
            <p:ph type="ctrTitle"/>
          </p:nvPr>
        </p:nvSpPr>
        <p:spPr/>
        <p:txBody>
          <a:bodyPr>
            <a:normAutofit fontScale="90000"/>
          </a:bodyPr>
          <a:lstStyle/>
          <a:p>
            <a:r>
              <a:rPr lang="en-US" b="1" dirty="0">
                <a:solidFill>
                  <a:schemeClr val="bg1"/>
                </a:solidFill>
              </a:rPr>
              <a:t>Stock Market Prediction Using Deep Learning Techniques</a:t>
            </a:r>
            <a:endParaRPr lang="en-US" dirty="0">
              <a:solidFill>
                <a:schemeClr val="bg1"/>
              </a:solidFill>
            </a:endParaRPr>
          </a:p>
        </p:txBody>
      </p:sp>
      <p:sp>
        <p:nvSpPr>
          <p:cNvPr id="3" name="Subtitle 2">
            <a:extLst>
              <a:ext uri="{FF2B5EF4-FFF2-40B4-BE49-F238E27FC236}">
                <a16:creationId xmlns:a16="http://schemas.microsoft.com/office/drawing/2014/main" id="{707C6D5D-D5E1-48B1-19FC-E9AC274FB992}"/>
              </a:ext>
            </a:extLst>
          </p:cNvPr>
          <p:cNvSpPr>
            <a:spLocks noGrp="1"/>
          </p:cNvSpPr>
          <p:nvPr>
            <p:ph type="subTitle" idx="1"/>
          </p:nvPr>
        </p:nvSpPr>
        <p:spPr>
          <a:xfrm>
            <a:off x="1524000" y="4250771"/>
            <a:ext cx="9144000" cy="1655762"/>
          </a:xfrm>
        </p:spPr>
        <p:txBody>
          <a:bodyPr/>
          <a:lstStyle/>
          <a:p>
            <a:r>
              <a:rPr lang="en-US" b="1" dirty="0">
                <a:solidFill>
                  <a:schemeClr val="bg1"/>
                </a:solidFill>
              </a:rPr>
              <a:t>By: </a:t>
            </a:r>
            <a:r>
              <a:rPr lang="en-US" dirty="0">
                <a:solidFill>
                  <a:schemeClr val="bg1"/>
                </a:solidFill>
              </a:rPr>
              <a:t>Austin N. Thompson</a:t>
            </a:r>
            <a:endParaRPr lang="en-US" b="1" dirty="0">
              <a:solidFill>
                <a:schemeClr val="bg1"/>
              </a:solidFill>
            </a:endParaRPr>
          </a:p>
        </p:txBody>
      </p:sp>
    </p:spTree>
    <p:extLst>
      <p:ext uri="{BB962C8B-B14F-4D97-AF65-F5344CB8AC3E}">
        <p14:creationId xmlns:p14="http://schemas.microsoft.com/office/powerpoint/2010/main" val="3363949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0C7E4-E1D5-5281-62B4-F7C4E7E74B28}"/>
              </a:ext>
            </a:extLst>
          </p:cNvPr>
          <p:cNvSpPr>
            <a:spLocks noGrp="1"/>
          </p:cNvSpPr>
          <p:nvPr>
            <p:ph type="title"/>
          </p:nvPr>
        </p:nvSpPr>
        <p:spPr/>
        <p:txBody>
          <a:bodyPr/>
          <a:lstStyle/>
          <a:p>
            <a:r>
              <a:rPr lang="en-US" b="1" dirty="0"/>
              <a:t>Overview:</a:t>
            </a:r>
          </a:p>
        </p:txBody>
      </p:sp>
      <p:sp>
        <p:nvSpPr>
          <p:cNvPr id="3" name="Content Placeholder 2">
            <a:extLst>
              <a:ext uri="{FF2B5EF4-FFF2-40B4-BE49-F238E27FC236}">
                <a16:creationId xmlns:a16="http://schemas.microsoft.com/office/drawing/2014/main" id="{1EB5DFE7-14F3-25F0-D728-0BA68DBD865D}"/>
              </a:ext>
            </a:extLst>
          </p:cNvPr>
          <p:cNvSpPr>
            <a:spLocks noGrp="1"/>
          </p:cNvSpPr>
          <p:nvPr>
            <p:ph idx="1"/>
          </p:nvPr>
        </p:nvSpPr>
        <p:spPr/>
        <p:txBody>
          <a:bodyPr>
            <a:normAutofit lnSpcReduction="10000"/>
          </a:bodyPr>
          <a:lstStyle/>
          <a:p>
            <a:r>
              <a:rPr lang="en-US" dirty="0"/>
              <a:t>A deep learning model to predict SPY ETF weekly closing prices.</a:t>
            </a:r>
          </a:p>
          <a:p>
            <a:pPr lvl="1"/>
            <a:r>
              <a:rPr lang="en-US" dirty="0"/>
              <a:t>Integrates historical prices (</a:t>
            </a:r>
            <a:r>
              <a:rPr lang="en-US" dirty="0" err="1"/>
              <a:t>yfinance</a:t>
            </a:r>
            <a:r>
              <a:rPr lang="en-US" dirty="0"/>
              <a:t>) </a:t>
            </a:r>
          </a:p>
          <a:p>
            <a:pPr lvl="1"/>
            <a:r>
              <a:rPr lang="en-US" dirty="0"/>
              <a:t>Derives technical indicators (rolling average, RSI, </a:t>
            </a:r>
            <a:r>
              <a:rPr lang="en-US" dirty="0" err="1"/>
              <a:t>MACD</a:t>
            </a:r>
            <a:r>
              <a:rPr lang="en-US" dirty="0"/>
              <a:t>).</a:t>
            </a:r>
          </a:p>
          <a:p>
            <a:pPr lvl="1"/>
            <a:r>
              <a:rPr lang="en-US" dirty="0"/>
              <a:t>Collects New via </a:t>
            </a:r>
            <a:r>
              <a:rPr lang="en-US" dirty="0" err="1"/>
              <a:t>Finnhub</a:t>
            </a:r>
            <a:r>
              <a:rPr lang="en-US" dirty="0"/>
              <a:t> API.</a:t>
            </a:r>
          </a:p>
          <a:p>
            <a:pPr lvl="1"/>
            <a:r>
              <a:rPr lang="en-US" dirty="0"/>
              <a:t>Integrates news sentiment via </a:t>
            </a:r>
            <a:r>
              <a:rPr lang="en-US" dirty="0" err="1"/>
              <a:t>FinBERT</a:t>
            </a:r>
            <a:r>
              <a:rPr lang="en-US" dirty="0"/>
              <a:t>-Tone.</a:t>
            </a:r>
          </a:p>
          <a:p>
            <a:pPr lvl="1"/>
            <a:r>
              <a:rPr lang="en-US" dirty="0"/>
              <a:t>Utilizes a Hybrid CNN-</a:t>
            </a:r>
            <a:r>
              <a:rPr lang="en-US" dirty="0" err="1"/>
              <a:t>RNN</a:t>
            </a:r>
            <a:r>
              <a:rPr lang="en-US" dirty="0"/>
              <a:t> architecture (targets log returns).</a:t>
            </a:r>
          </a:p>
          <a:p>
            <a:pPr lvl="2"/>
            <a:r>
              <a:rPr lang="en-US" dirty="0"/>
              <a:t>1-D CNN for price information</a:t>
            </a:r>
          </a:p>
          <a:p>
            <a:pPr lvl="2"/>
            <a:r>
              <a:rPr lang="en-US" dirty="0"/>
              <a:t>Sentiment embeddings and output of CNN fed into an </a:t>
            </a:r>
            <a:r>
              <a:rPr lang="en-US" dirty="0" err="1"/>
              <a:t>RNN</a:t>
            </a:r>
            <a:endParaRPr lang="en-US" dirty="0"/>
          </a:p>
          <a:p>
            <a:pPr lvl="2"/>
            <a:r>
              <a:rPr lang="en-US" dirty="0" err="1"/>
              <a:t>RNN</a:t>
            </a:r>
            <a:r>
              <a:rPr lang="en-US" dirty="0"/>
              <a:t> for Time Series Data</a:t>
            </a:r>
          </a:p>
          <a:p>
            <a:pPr lvl="1"/>
            <a:r>
              <a:rPr lang="en-US" dirty="0"/>
              <a:t>Achieved MSE of 0.00078 on test data (~2.80% average error in weekly returns).</a:t>
            </a:r>
          </a:p>
          <a:p>
            <a:pPr lvl="1"/>
            <a:r>
              <a:rPr lang="en-US" dirty="0"/>
              <a:t>Monte Carlo simulation for probabilistic forecasts.</a:t>
            </a:r>
          </a:p>
        </p:txBody>
      </p:sp>
    </p:spTree>
    <p:extLst>
      <p:ext uri="{BB962C8B-B14F-4D97-AF65-F5344CB8AC3E}">
        <p14:creationId xmlns:p14="http://schemas.microsoft.com/office/powerpoint/2010/main" val="2298961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BF070-875A-ADC9-D498-260B70FE19D0}"/>
              </a:ext>
            </a:extLst>
          </p:cNvPr>
          <p:cNvSpPr>
            <a:spLocks noGrp="1"/>
          </p:cNvSpPr>
          <p:nvPr>
            <p:ph type="title"/>
          </p:nvPr>
        </p:nvSpPr>
        <p:spPr/>
        <p:txBody>
          <a:bodyPr/>
          <a:lstStyle/>
          <a:p>
            <a:r>
              <a:rPr lang="en-US" b="1" dirty="0"/>
              <a:t>Problem:</a:t>
            </a:r>
          </a:p>
        </p:txBody>
      </p:sp>
      <p:sp>
        <p:nvSpPr>
          <p:cNvPr id="3" name="Content Placeholder 2">
            <a:extLst>
              <a:ext uri="{FF2B5EF4-FFF2-40B4-BE49-F238E27FC236}">
                <a16:creationId xmlns:a16="http://schemas.microsoft.com/office/drawing/2014/main" id="{C4C59310-84B2-3C20-728E-9EAC1A025E58}"/>
              </a:ext>
            </a:extLst>
          </p:cNvPr>
          <p:cNvSpPr>
            <a:spLocks noGrp="1"/>
          </p:cNvSpPr>
          <p:nvPr>
            <p:ph idx="1"/>
          </p:nvPr>
        </p:nvSpPr>
        <p:spPr/>
        <p:txBody>
          <a:bodyPr/>
          <a:lstStyle/>
          <a:p>
            <a:r>
              <a:rPr lang="en-US" dirty="0"/>
              <a:t>Stock markets are volatile, nonlinear, and influenced by prices, news, geopolitics, and investor sentiment.</a:t>
            </a:r>
          </a:p>
          <a:p>
            <a:endParaRPr lang="en-US" b="1" dirty="0"/>
          </a:p>
          <a:p>
            <a:r>
              <a:rPr lang="en-US" b="1" dirty="0"/>
              <a:t>Challenges: </a:t>
            </a:r>
            <a:r>
              <a:rPr lang="en-US" dirty="0"/>
              <a:t>Non-stationarity, sudden shifts, and high degree of “noise”. </a:t>
            </a:r>
          </a:p>
          <a:p>
            <a:endParaRPr lang="en-US" b="1" dirty="0"/>
          </a:p>
          <a:p>
            <a:r>
              <a:rPr lang="en-US" b="1" dirty="0"/>
              <a:t>Goal: </a:t>
            </a:r>
            <a:r>
              <a:rPr lang="en-US" dirty="0"/>
              <a:t>Accurately forecast SPY ETF (S&amp;P 500 tracker) weekly closes using pricing and sentiment data.</a:t>
            </a:r>
          </a:p>
        </p:txBody>
      </p:sp>
    </p:spTree>
    <p:extLst>
      <p:ext uri="{BB962C8B-B14F-4D97-AF65-F5344CB8AC3E}">
        <p14:creationId xmlns:p14="http://schemas.microsoft.com/office/powerpoint/2010/main" val="290917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0779D-D270-AEA4-AFC8-D3BE91EE847F}"/>
              </a:ext>
            </a:extLst>
          </p:cNvPr>
          <p:cNvSpPr>
            <a:spLocks noGrp="1"/>
          </p:cNvSpPr>
          <p:nvPr>
            <p:ph type="title"/>
          </p:nvPr>
        </p:nvSpPr>
        <p:spPr/>
        <p:txBody>
          <a:bodyPr/>
          <a:lstStyle/>
          <a:p>
            <a:r>
              <a:rPr lang="en-US" b="1" dirty="0"/>
              <a:t>Results:</a:t>
            </a:r>
            <a:endParaRPr lang="en-US" b="1" dirty="0">
              <a:solidFill>
                <a:srgbClr val="FF0000"/>
              </a:solidFill>
            </a:endParaRPr>
          </a:p>
        </p:txBody>
      </p:sp>
      <p:sp>
        <p:nvSpPr>
          <p:cNvPr id="6" name="TextBox 5">
            <a:extLst>
              <a:ext uri="{FF2B5EF4-FFF2-40B4-BE49-F238E27FC236}">
                <a16:creationId xmlns:a16="http://schemas.microsoft.com/office/drawing/2014/main" id="{1D762014-07FA-BD63-CDA5-F5222554A749}"/>
              </a:ext>
            </a:extLst>
          </p:cNvPr>
          <p:cNvSpPr txBox="1"/>
          <p:nvPr/>
        </p:nvSpPr>
        <p:spPr>
          <a:xfrm>
            <a:off x="43250" y="6419335"/>
            <a:ext cx="6052750" cy="369332"/>
          </a:xfrm>
          <a:prstGeom prst="rect">
            <a:avLst/>
          </a:prstGeom>
          <a:noFill/>
        </p:spPr>
        <p:txBody>
          <a:bodyPr wrap="square" rtlCol="0">
            <a:spAutoFit/>
          </a:bodyPr>
          <a:lstStyle/>
          <a:p>
            <a:r>
              <a:rPr lang="en-US" dirty="0">
                <a:solidFill>
                  <a:srgbClr val="FF0000"/>
                </a:solidFill>
              </a:rPr>
              <a:t>Actual Close SPY on 2025-12-05 was $685.69 (</a:t>
            </a:r>
            <a:r>
              <a:rPr lang="el-GR" dirty="0">
                <a:solidFill>
                  <a:srgbClr val="FF0000"/>
                </a:solidFill>
              </a:rPr>
              <a:t>Δ</a:t>
            </a:r>
            <a:r>
              <a:rPr lang="en-US" dirty="0">
                <a:solidFill>
                  <a:srgbClr val="FF0000"/>
                </a:solidFill>
              </a:rPr>
              <a:t> $-0.15)</a:t>
            </a:r>
            <a:endParaRPr lang="en-US" dirty="0"/>
          </a:p>
        </p:txBody>
      </p:sp>
      <p:pic>
        <p:nvPicPr>
          <p:cNvPr id="9" name="Picture 8">
            <a:extLst>
              <a:ext uri="{FF2B5EF4-FFF2-40B4-BE49-F238E27FC236}">
                <a16:creationId xmlns:a16="http://schemas.microsoft.com/office/drawing/2014/main" id="{41215887-1520-543B-0088-B6353A79574E}"/>
              </a:ext>
            </a:extLst>
          </p:cNvPr>
          <p:cNvPicPr>
            <a:picLocks noChangeAspect="1"/>
          </p:cNvPicPr>
          <p:nvPr/>
        </p:nvPicPr>
        <p:blipFill>
          <a:blip r:embed="rId2"/>
          <a:stretch>
            <a:fillRect/>
          </a:stretch>
        </p:blipFill>
        <p:spPr>
          <a:xfrm>
            <a:off x="4873452" y="1027906"/>
            <a:ext cx="6975647" cy="4636294"/>
          </a:xfrm>
          <a:prstGeom prst="rect">
            <a:avLst/>
          </a:prstGeom>
        </p:spPr>
      </p:pic>
      <p:pic>
        <p:nvPicPr>
          <p:cNvPr id="4" name="Picture 3" descr="A number and numbers on a white background&#10;&#10;AI-generated content may be incorrect.">
            <a:extLst>
              <a:ext uri="{FF2B5EF4-FFF2-40B4-BE49-F238E27FC236}">
                <a16:creationId xmlns:a16="http://schemas.microsoft.com/office/drawing/2014/main" id="{5D7F9958-29A7-64AC-DE4E-F589BFFD4EE7}"/>
              </a:ext>
            </a:extLst>
          </p:cNvPr>
          <p:cNvPicPr>
            <a:picLocks noChangeAspect="1"/>
          </p:cNvPicPr>
          <p:nvPr/>
        </p:nvPicPr>
        <p:blipFill>
          <a:blip r:embed="rId3"/>
          <a:stretch>
            <a:fillRect/>
          </a:stretch>
        </p:blipFill>
        <p:spPr>
          <a:xfrm>
            <a:off x="342901" y="1900520"/>
            <a:ext cx="4502381" cy="2379649"/>
          </a:xfrm>
          <a:prstGeom prst="rect">
            <a:avLst/>
          </a:prstGeom>
        </p:spPr>
      </p:pic>
    </p:spTree>
    <p:extLst>
      <p:ext uri="{BB962C8B-B14F-4D97-AF65-F5344CB8AC3E}">
        <p14:creationId xmlns:p14="http://schemas.microsoft.com/office/powerpoint/2010/main" val="1082975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FB600-2AA4-ACE7-8FE3-F62099A3277B}"/>
              </a:ext>
            </a:extLst>
          </p:cNvPr>
          <p:cNvSpPr>
            <a:spLocks noGrp="1"/>
          </p:cNvSpPr>
          <p:nvPr>
            <p:ph type="title"/>
          </p:nvPr>
        </p:nvSpPr>
        <p:spPr/>
        <p:txBody>
          <a:bodyPr/>
          <a:lstStyle/>
          <a:p>
            <a:r>
              <a:rPr lang="en-US" b="1" dirty="0"/>
              <a:t>Data Collection:</a:t>
            </a:r>
          </a:p>
        </p:txBody>
      </p:sp>
      <p:sp>
        <p:nvSpPr>
          <p:cNvPr id="3" name="Content Placeholder 2">
            <a:extLst>
              <a:ext uri="{FF2B5EF4-FFF2-40B4-BE49-F238E27FC236}">
                <a16:creationId xmlns:a16="http://schemas.microsoft.com/office/drawing/2014/main" id="{EA34F87F-8F9F-3849-F736-1EBFCC134A1B}"/>
              </a:ext>
            </a:extLst>
          </p:cNvPr>
          <p:cNvSpPr>
            <a:spLocks noGrp="1"/>
          </p:cNvSpPr>
          <p:nvPr>
            <p:ph idx="1"/>
          </p:nvPr>
        </p:nvSpPr>
        <p:spPr/>
        <p:txBody>
          <a:bodyPr/>
          <a:lstStyle/>
          <a:p>
            <a:r>
              <a:rPr lang="en-US" b="1" dirty="0"/>
              <a:t>Stock Data</a:t>
            </a:r>
            <a:r>
              <a:rPr lang="en-US" dirty="0"/>
              <a:t>: 10 years of SPY weekly Friday closes/volumes via </a:t>
            </a:r>
            <a:r>
              <a:rPr lang="en-US" dirty="0" err="1"/>
              <a:t>yfinance</a:t>
            </a:r>
            <a:r>
              <a:rPr lang="en-US" dirty="0"/>
              <a:t> API.</a:t>
            </a:r>
          </a:p>
          <a:p>
            <a:endParaRPr lang="en-US" dirty="0"/>
          </a:p>
          <a:p>
            <a:r>
              <a:rPr lang="en-US" b="1" dirty="0"/>
              <a:t>News Data: </a:t>
            </a:r>
            <a:r>
              <a:rPr lang="en-US" dirty="0"/>
              <a:t>General market news via </a:t>
            </a:r>
            <a:r>
              <a:rPr lang="en-US" dirty="0" err="1"/>
              <a:t>Finnhub</a:t>
            </a:r>
            <a:r>
              <a:rPr lang="en-US" dirty="0"/>
              <a:t> API. Aggregated weekly articles and limited to 100 articles.</a:t>
            </a:r>
          </a:p>
          <a:p>
            <a:pPr marL="0" indent="0">
              <a:buNone/>
            </a:pPr>
            <a:endParaRPr lang="en-US" dirty="0"/>
          </a:p>
          <a:p>
            <a:r>
              <a:rPr lang="en-US" b="1" dirty="0"/>
              <a:t>Note: </a:t>
            </a:r>
            <a:r>
              <a:rPr lang="en-US" dirty="0"/>
              <a:t>Free API limits historical depth (1- year). Paid version or alternative API can get 20+ years of historical data.</a:t>
            </a:r>
          </a:p>
        </p:txBody>
      </p:sp>
    </p:spTree>
    <p:extLst>
      <p:ext uri="{BB962C8B-B14F-4D97-AF65-F5344CB8AC3E}">
        <p14:creationId xmlns:p14="http://schemas.microsoft.com/office/powerpoint/2010/main" val="3013164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0BD37-C2D4-C2BB-5072-4B29CEEEB134}"/>
              </a:ext>
            </a:extLst>
          </p:cNvPr>
          <p:cNvSpPr>
            <a:spLocks noGrp="1"/>
          </p:cNvSpPr>
          <p:nvPr>
            <p:ph type="title"/>
          </p:nvPr>
        </p:nvSpPr>
        <p:spPr/>
        <p:txBody>
          <a:bodyPr/>
          <a:lstStyle/>
          <a:p>
            <a:r>
              <a:rPr lang="en-US" b="1" dirty="0"/>
              <a:t>Feature Engineering / CNN-RNN Preprocessing</a:t>
            </a:r>
          </a:p>
        </p:txBody>
      </p:sp>
      <p:sp>
        <p:nvSpPr>
          <p:cNvPr id="3" name="Content Placeholder 2">
            <a:extLst>
              <a:ext uri="{FF2B5EF4-FFF2-40B4-BE49-F238E27FC236}">
                <a16:creationId xmlns:a16="http://schemas.microsoft.com/office/drawing/2014/main" id="{74A4C29C-74B7-509A-4745-BBC2E1B7F39E}"/>
              </a:ext>
            </a:extLst>
          </p:cNvPr>
          <p:cNvSpPr>
            <a:spLocks noGrp="1"/>
          </p:cNvSpPr>
          <p:nvPr>
            <p:ph idx="1"/>
          </p:nvPr>
        </p:nvSpPr>
        <p:spPr/>
        <p:txBody>
          <a:bodyPr/>
          <a:lstStyle/>
          <a:p>
            <a:r>
              <a:rPr lang="en-US" dirty="0"/>
              <a:t>Technical Indicators from Prices:</a:t>
            </a:r>
          </a:p>
          <a:p>
            <a:pPr lvl="1"/>
            <a:r>
              <a:rPr lang="en-US" dirty="0"/>
              <a:t>Rolling Averages (2w, 4w for closes/volumes).</a:t>
            </a:r>
          </a:p>
          <a:p>
            <a:pPr lvl="1"/>
            <a:r>
              <a:rPr lang="en-US" dirty="0"/>
              <a:t>Momentum (1w, 2w, 4w changes).</a:t>
            </a:r>
          </a:p>
          <a:p>
            <a:pPr lvl="1"/>
            <a:r>
              <a:rPr lang="en-US" dirty="0"/>
              <a:t>Relative Strength Index (RSI) (overbought/oversold: 1w, 2w, 4w).</a:t>
            </a:r>
          </a:p>
          <a:p>
            <a:pPr lvl="1"/>
            <a:r>
              <a:rPr lang="en-US" dirty="0"/>
              <a:t>Moving Average Convergence Divergence (MACD) (trend strength).</a:t>
            </a:r>
          </a:p>
          <a:p>
            <a:r>
              <a:rPr lang="en-US" dirty="0"/>
              <a:t>News Sentiment: </a:t>
            </a:r>
            <a:r>
              <a:rPr lang="en-US" dirty="0" err="1"/>
              <a:t>FinBERT</a:t>
            </a:r>
            <a:r>
              <a:rPr lang="en-US" dirty="0"/>
              <a:t>-Tone embeddings (768D vectors from titles/summaries). </a:t>
            </a:r>
            <a:r>
              <a:rPr lang="en-US" b="1" dirty="0">
                <a:solidFill>
                  <a:srgbClr val="FF0000"/>
                </a:solidFill>
              </a:rPr>
              <a:t>[Last Hidden State]</a:t>
            </a:r>
          </a:p>
          <a:p>
            <a:r>
              <a:rPr lang="en-US" dirty="0"/>
              <a:t>Sequence Prep: Length 4 (prior weeks' features + embeddings); target = log return. </a:t>
            </a:r>
            <a:r>
              <a:rPr lang="en-US" b="1" dirty="0">
                <a:solidFill>
                  <a:srgbClr val="FF0000"/>
                </a:solidFill>
              </a:rPr>
              <a:t>[Required for GRU RNN]</a:t>
            </a:r>
          </a:p>
        </p:txBody>
      </p:sp>
    </p:spTree>
    <p:extLst>
      <p:ext uri="{BB962C8B-B14F-4D97-AF65-F5344CB8AC3E}">
        <p14:creationId xmlns:p14="http://schemas.microsoft.com/office/powerpoint/2010/main" val="2268908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D1E9D-539E-7E45-9D8F-EE72FAB7FF48}"/>
              </a:ext>
            </a:extLst>
          </p:cNvPr>
          <p:cNvSpPr>
            <a:spLocks noGrp="1"/>
          </p:cNvSpPr>
          <p:nvPr>
            <p:ph type="title"/>
          </p:nvPr>
        </p:nvSpPr>
        <p:spPr/>
        <p:txBody>
          <a:bodyPr/>
          <a:lstStyle/>
          <a:p>
            <a:r>
              <a:rPr lang="en-US" b="1" dirty="0"/>
              <a:t>Model Architecture</a:t>
            </a:r>
          </a:p>
        </p:txBody>
      </p:sp>
      <p:sp>
        <p:nvSpPr>
          <p:cNvPr id="3" name="Content Placeholder 2">
            <a:extLst>
              <a:ext uri="{FF2B5EF4-FFF2-40B4-BE49-F238E27FC236}">
                <a16:creationId xmlns:a16="http://schemas.microsoft.com/office/drawing/2014/main" id="{1703D36D-C774-4885-6603-63F0506E140D}"/>
              </a:ext>
            </a:extLst>
          </p:cNvPr>
          <p:cNvSpPr>
            <a:spLocks noGrp="1"/>
          </p:cNvSpPr>
          <p:nvPr>
            <p:ph sz="half" idx="1"/>
          </p:nvPr>
        </p:nvSpPr>
        <p:spPr/>
        <p:txBody>
          <a:bodyPr>
            <a:normAutofit fontScale="77500" lnSpcReduction="20000"/>
          </a:bodyPr>
          <a:lstStyle/>
          <a:p>
            <a:r>
              <a:rPr lang="en-US" dirty="0"/>
              <a:t>Hybrid Multimodal Neural Network:</a:t>
            </a:r>
          </a:p>
          <a:p>
            <a:pPr lvl="1"/>
            <a:r>
              <a:rPr lang="en-US"/>
              <a:t>1D CNN</a:t>
            </a:r>
            <a:r>
              <a:rPr lang="en-US" dirty="0"/>
              <a:t>: Extracts patterns from price sequences</a:t>
            </a:r>
          </a:p>
          <a:p>
            <a:pPr lvl="1"/>
            <a:r>
              <a:rPr lang="en-US" dirty="0"/>
              <a:t>News Compressor: Reduces 768D embeddings to 64D.</a:t>
            </a:r>
          </a:p>
          <a:p>
            <a:pPr lvl="1"/>
            <a:r>
              <a:rPr lang="en-US" dirty="0"/>
              <a:t>Gated Recurrent Unit (GRU) </a:t>
            </a:r>
            <a:r>
              <a:rPr lang="en-US" dirty="0" err="1"/>
              <a:t>RNN</a:t>
            </a:r>
            <a:r>
              <a:rPr lang="en-US" dirty="0"/>
              <a:t>: Improvement of Elman style network and for time-series data.</a:t>
            </a:r>
          </a:p>
          <a:p>
            <a:pPr lvl="1"/>
            <a:r>
              <a:rPr lang="en-US" dirty="0"/>
              <a:t>Output: Fully connected layer predicts log return.</a:t>
            </a:r>
          </a:p>
          <a:p>
            <a:pPr lvl="1"/>
            <a:endParaRPr lang="en-US" dirty="0"/>
          </a:p>
          <a:p>
            <a:pPr lvl="1"/>
            <a:r>
              <a:rPr lang="en-US" b="1" dirty="0">
                <a:solidFill>
                  <a:srgbClr val="FF0000"/>
                </a:solidFill>
              </a:rPr>
              <a:t>Why GRU? </a:t>
            </a:r>
            <a:r>
              <a:rPr lang="en-US" dirty="0"/>
              <a:t>Lighter than LSTM, effective for time-series.</a:t>
            </a:r>
          </a:p>
          <a:p>
            <a:pPr lvl="1"/>
            <a:endParaRPr lang="en-US" dirty="0"/>
          </a:p>
          <a:p>
            <a:pPr marL="457200" lvl="1" indent="0">
              <a:buNone/>
            </a:pPr>
            <a:endParaRPr lang="en-US" dirty="0"/>
          </a:p>
          <a:p>
            <a:pPr marL="457200" lvl="1" indent="0">
              <a:buNone/>
            </a:pPr>
            <a:r>
              <a:rPr lang="en-US" b="1" dirty="0"/>
              <a:t>More info on GRU’s: </a:t>
            </a:r>
            <a:r>
              <a:rPr lang="en-US" dirty="0">
                <a:hlinkClick r:id="rId2"/>
              </a:rPr>
              <a:t>https://www.geeksforgeeks.org/machine-learning/gated-recurrent-unit-networks/#</a:t>
            </a:r>
            <a:endParaRPr lang="en-US" dirty="0"/>
          </a:p>
          <a:p>
            <a:pPr marL="457200" lvl="1" indent="0">
              <a:buNone/>
            </a:pPr>
            <a:endParaRPr lang="en-US" dirty="0"/>
          </a:p>
        </p:txBody>
      </p:sp>
      <p:sp>
        <p:nvSpPr>
          <p:cNvPr id="5" name="Rectangle 4">
            <a:extLst>
              <a:ext uri="{FF2B5EF4-FFF2-40B4-BE49-F238E27FC236}">
                <a16:creationId xmlns:a16="http://schemas.microsoft.com/office/drawing/2014/main" id="{02E9D361-004D-B2AC-1299-C2D3C7007F59}"/>
              </a:ext>
            </a:extLst>
          </p:cNvPr>
          <p:cNvSpPr/>
          <p:nvPr/>
        </p:nvSpPr>
        <p:spPr>
          <a:xfrm>
            <a:off x="6845300" y="401595"/>
            <a:ext cx="4634127" cy="10565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1D CNN</a:t>
            </a:r>
          </a:p>
          <a:p>
            <a:pPr algn="ctr"/>
            <a:r>
              <a:rPr lang="en-US" dirty="0">
                <a:solidFill>
                  <a:schemeClr val="tx1"/>
                </a:solidFill>
              </a:rPr>
              <a:t>Kernal size = 3, Padding = 1</a:t>
            </a:r>
          </a:p>
          <a:p>
            <a:pPr algn="ctr"/>
            <a:r>
              <a:rPr lang="en-US" dirty="0">
                <a:solidFill>
                  <a:schemeClr val="tx1"/>
                </a:solidFill>
              </a:rPr>
              <a:t>MaxPool1D</a:t>
            </a:r>
          </a:p>
          <a:p>
            <a:pPr algn="ctr"/>
            <a:r>
              <a:rPr lang="en-US" dirty="0">
                <a:solidFill>
                  <a:schemeClr val="tx1"/>
                </a:solidFill>
              </a:rPr>
              <a:t>Dropout = 0.3</a:t>
            </a:r>
          </a:p>
        </p:txBody>
      </p:sp>
      <p:sp>
        <p:nvSpPr>
          <p:cNvPr id="6" name="Arrow: Down 5">
            <a:extLst>
              <a:ext uri="{FF2B5EF4-FFF2-40B4-BE49-F238E27FC236}">
                <a16:creationId xmlns:a16="http://schemas.microsoft.com/office/drawing/2014/main" id="{86314342-2B3C-E30C-C7AD-84BA7611B5D2}"/>
              </a:ext>
            </a:extLst>
          </p:cNvPr>
          <p:cNvSpPr/>
          <p:nvPr/>
        </p:nvSpPr>
        <p:spPr>
          <a:xfrm>
            <a:off x="8883492" y="1458098"/>
            <a:ext cx="484632" cy="46659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C41D3FC-F9F3-B385-1D1A-A84B4ADEBD9E}"/>
              </a:ext>
            </a:extLst>
          </p:cNvPr>
          <p:cNvSpPr/>
          <p:nvPr/>
        </p:nvSpPr>
        <p:spPr>
          <a:xfrm>
            <a:off x="6845300" y="1992185"/>
            <a:ext cx="4634127" cy="10565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News Embedding Compressor</a:t>
            </a:r>
          </a:p>
          <a:p>
            <a:pPr algn="ctr"/>
            <a:r>
              <a:rPr lang="en-US" dirty="0">
                <a:solidFill>
                  <a:schemeClr val="tx1"/>
                </a:solidFill>
              </a:rPr>
              <a:t>768D compressed into 64D</a:t>
            </a:r>
          </a:p>
        </p:txBody>
      </p:sp>
      <p:sp>
        <p:nvSpPr>
          <p:cNvPr id="8" name="Arrow: Down 7">
            <a:extLst>
              <a:ext uri="{FF2B5EF4-FFF2-40B4-BE49-F238E27FC236}">
                <a16:creationId xmlns:a16="http://schemas.microsoft.com/office/drawing/2014/main" id="{8BC1824F-0F8E-707F-3659-AC7F8EA852A2}"/>
              </a:ext>
            </a:extLst>
          </p:cNvPr>
          <p:cNvSpPr/>
          <p:nvPr/>
        </p:nvSpPr>
        <p:spPr>
          <a:xfrm>
            <a:off x="8883492" y="3074088"/>
            <a:ext cx="484632" cy="50868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FA7829C-76BB-6284-0D6E-29671C83547C}"/>
              </a:ext>
            </a:extLst>
          </p:cNvPr>
          <p:cNvSpPr/>
          <p:nvPr/>
        </p:nvSpPr>
        <p:spPr>
          <a:xfrm>
            <a:off x="6845300" y="3646275"/>
            <a:ext cx="4634127" cy="10565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GRU</a:t>
            </a:r>
          </a:p>
          <a:p>
            <a:pPr algn="ctr"/>
            <a:r>
              <a:rPr lang="en-US" dirty="0">
                <a:solidFill>
                  <a:schemeClr val="tx1"/>
                </a:solidFill>
              </a:rPr>
              <a:t>Input: 64D News and 1D CNN outputs</a:t>
            </a:r>
          </a:p>
          <a:p>
            <a:pPr algn="ctr"/>
            <a:r>
              <a:rPr lang="en-US" dirty="0">
                <a:solidFill>
                  <a:schemeClr val="tx1"/>
                </a:solidFill>
              </a:rPr>
              <a:t>Dropout = 0.3</a:t>
            </a:r>
          </a:p>
        </p:txBody>
      </p:sp>
      <p:sp>
        <p:nvSpPr>
          <p:cNvPr id="10" name="Arrow: Down 9">
            <a:extLst>
              <a:ext uri="{FF2B5EF4-FFF2-40B4-BE49-F238E27FC236}">
                <a16:creationId xmlns:a16="http://schemas.microsoft.com/office/drawing/2014/main" id="{11AE242A-28B8-01A6-59FA-1DBA4C27D629}"/>
              </a:ext>
            </a:extLst>
          </p:cNvPr>
          <p:cNvSpPr/>
          <p:nvPr/>
        </p:nvSpPr>
        <p:spPr>
          <a:xfrm>
            <a:off x="8883492" y="4721310"/>
            <a:ext cx="484632" cy="57905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3C23DA2-9CEC-62DC-9988-7D635D30A044}"/>
              </a:ext>
            </a:extLst>
          </p:cNvPr>
          <p:cNvSpPr/>
          <p:nvPr/>
        </p:nvSpPr>
        <p:spPr>
          <a:xfrm>
            <a:off x="6845300" y="5318897"/>
            <a:ext cx="4634127" cy="10565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Final Fully-Connected Layer</a:t>
            </a:r>
          </a:p>
          <a:p>
            <a:pPr algn="ctr"/>
            <a:r>
              <a:rPr lang="en-US" dirty="0">
                <a:solidFill>
                  <a:schemeClr val="tx1"/>
                </a:solidFill>
              </a:rPr>
              <a:t>Output of GRU to Predict Log Return for next week</a:t>
            </a:r>
          </a:p>
        </p:txBody>
      </p:sp>
    </p:spTree>
    <p:extLst>
      <p:ext uri="{BB962C8B-B14F-4D97-AF65-F5344CB8AC3E}">
        <p14:creationId xmlns:p14="http://schemas.microsoft.com/office/powerpoint/2010/main" val="3747303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5A9939-5A74-6413-12E6-5F186F2F19C9}"/>
              </a:ext>
            </a:extLst>
          </p:cNvPr>
          <p:cNvSpPr>
            <a:spLocks noGrp="1"/>
          </p:cNvSpPr>
          <p:nvPr>
            <p:ph type="ctrTitle"/>
          </p:nvPr>
        </p:nvSpPr>
        <p:spPr/>
        <p:txBody>
          <a:bodyPr/>
          <a:lstStyle/>
          <a:p>
            <a:r>
              <a:rPr lang="en-US" dirty="0"/>
              <a:t>Questions</a:t>
            </a:r>
          </a:p>
        </p:txBody>
      </p:sp>
      <p:sp>
        <p:nvSpPr>
          <p:cNvPr id="5" name="Subtitle 4">
            <a:extLst>
              <a:ext uri="{FF2B5EF4-FFF2-40B4-BE49-F238E27FC236}">
                <a16:creationId xmlns:a16="http://schemas.microsoft.com/office/drawing/2014/main" id="{BA02DD18-C175-74C1-031B-53172CCC0F4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07426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F317F-D737-E218-7F7F-51A59850856F}"/>
              </a:ext>
            </a:extLst>
          </p:cNvPr>
          <p:cNvSpPr>
            <a:spLocks noGrp="1"/>
          </p:cNvSpPr>
          <p:nvPr>
            <p:ph type="title"/>
          </p:nvPr>
        </p:nvSpPr>
        <p:spPr/>
        <p:txBody>
          <a:bodyPr/>
          <a:lstStyle/>
          <a:p>
            <a:r>
              <a:rPr lang="en-US" b="1" dirty="0"/>
              <a:t>More on Gated Recurrent Unit RNN</a:t>
            </a:r>
          </a:p>
        </p:txBody>
      </p:sp>
      <p:sp>
        <p:nvSpPr>
          <p:cNvPr id="3" name="Content Placeholder 2">
            <a:extLst>
              <a:ext uri="{FF2B5EF4-FFF2-40B4-BE49-F238E27FC236}">
                <a16:creationId xmlns:a16="http://schemas.microsoft.com/office/drawing/2014/main" id="{0FE84747-DD32-676D-FBB3-7C3789F95873}"/>
              </a:ext>
            </a:extLst>
          </p:cNvPr>
          <p:cNvSpPr>
            <a:spLocks noGrp="1"/>
          </p:cNvSpPr>
          <p:nvPr>
            <p:ph idx="1"/>
          </p:nvPr>
        </p:nvSpPr>
        <p:spPr/>
        <p:txBody>
          <a:bodyPr>
            <a:normAutofit fontScale="92500" lnSpcReduction="20000"/>
          </a:bodyPr>
          <a:lstStyle/>
          <a:p>
            <a:r>
              <a:rPr lang="en-US" dirty="0"/>
              <a:t>“The core idea behind GRUs is to use gating mechanisms to selectively update the hidden state at each time step allowing them to remember important information while discarding irrelevant details. GRUs aim to simplify the LSTM architecture by merging some of its components and focusing on just two main gates: the update gate and the reset gate.”</a:t>
            </a:r>
          </a:p>
          <a:p>
            <a:endParaRPr lang="en-US" dirty="0"/>
          </a:p>
          <a:p>
            <a:r>
              <a:rPr lang="en-US" b="1" dirty="0"/>
              <a:t>Advantages over LSTMS: </a:t>
            </a:r>
            <a:r>
              <a:rPr lang="en-US" dirty="0"/>
              <a:t>No cell state, faster, lower computational intensity. Additionally, effective at processing time series data.</a:t>
            </a:r>
          </a:p>
          <a:p>
            <a:pPr marL="0" indent="0">
              <a:buNone/>
            </a:pPr>
            <a:endParaRPr lang="en-US" b="1" dirty="0"/>
          </a:p>
          <a:p>
            <a:pPr marL="0" indent="0">
              <a:buNone/>
            </a:pPr>
            <a:endParaRPr lang="en-US" b="1" dirty="0"/>
          </a:p>
          <a:p>
            <a:pPr marL="0" indent="0">
              <a:buNone/>
            </a:pPr>
            <a:r>
              <a:rPr lang="en-US" b="1" dirty="0"/>
              <a:t>More info on GRU’s: </a:t>
            </a:r>
            <a:r>
              <a:rPr lang="en-US" dirty="0">
                <a:hlinkClick r:id="rId2"/>
              </a:rPr>
              <a:t>https://www.geeksforgeeks.org/machine-learning/gated-recurrent-unit-networks/#</a:t>
            </a:r>
            <a:endParaRPr lang="en-US" dirty="0"/>
          </a:p>
        </p:txBody>
      </p:sp>
    </p:spTree>
    <p:extLst>
      <p:ext uri="{BB962C8B-B14F-4D97-AF65-F5344CB8AC3E}">
        <p14:creationId xmlns:p14="http://schemas.microsoft.com/office/powerpoint/2010/main" val="33965927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TotalTime>
  <Words>585</Words>
  <Application>Microsoft Office PowerPoint</Application>
  <PresentationFormat>Widescreen</PresentationFormat>
  <Paragraphs>68</Paragraphs>
  <Slides>9</Slides>
  <Notes>1</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Stock Market Prediction Using Deep Learning Techniques</vt:lpstr>
      <vt:lpstr>Overview:</vt:lpstr>
      <vt:lpstr>Problem:</vt:lpstr>
      <vt:lpstr>Results:</vt:lpstr>
      <vt:lpstr>Data Collection:</vt:lpstr>
      <vt:lpstr>Feature Engineering / CNN-RNN Preprocessing</vt:lpstr>
      <vt:lpstr>Model Architecture</vt:lpstr>
      <vt:lpstr>Questions</vt:lpstr>
      <vt:lpstr>More on Gated Recurrent Unit RNN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austin thompson</dc:creator>
  <cp:lastModifiedBy>austin thompson</cp:lastModifiedBy>
  <cp:revision>13</cp:revision>
  <dcterms:created xsi:type="dcterms:W3CDTF">2025-12-05T23:26:42Z</dcterms:created>
  <dcterms:modified xsi:type="dcterms:W3CDTF">2025-12-09T22:39:36Z</dcterms:modified>
</cp:coreProperties>
</file>